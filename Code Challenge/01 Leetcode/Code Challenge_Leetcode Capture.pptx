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59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13"/>
  </p:normalViewPr>
  <p:slideViewPr>
    <p:cSldViewPr snapToGrid="0">
      <p:cViewPr varScale="1">
        <p:scale>
          <a:sx n="115" d="100"/>
          <a:sy n="115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B0B6-2241-9043-8BAE-98D2A1735C8E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CE7963E6-8117-0A4E-A7EB-A9DF56062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08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B0B6-2241-9043-8BAE-98D2A1735C8E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963E6-8117-0A4E-A7EB-A9DF56062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222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96E5B0B6-2241-9043-8BAE-98D2A1735C8E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CE7963E6-8117-0A4E-A7EB-A9DF56062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778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B0B6-2241-9043-8BAE-98D2A1735C8E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963E6-8117-0A4E-A7EB-A9DF56062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92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B0B6-2241-9043-8BAE-98D2A1735C8E}" type="datetimeFigureOut">
              <a:rPr lang="en-US" smtClean="0"/>
              <a:t>6/22/26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963E6-8117-0A4E-A7EB-A9DF56062D6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54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B0B6-2241-9043-8BAE-98D2A1735C8E}" type="datetimeFigureOut">
              <a:rPr lang="en-US" smtClean="0"/>
              <a:t>6/22/26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963E6-8117-0A4E-A7EB-A9DF56062D6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8146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B0B6-2241-9043-8BAE-98D2A1735C8E}" type="datetimeFigureOut">
              <a:rPr lang="en-US" smtClean="0"/>
              <a:t>6/22/26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963E6-8117-0A4E-A7EB-A9DF56062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31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B0B6-2241-9043-8BAE-98D2A1735C8E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963E6-8117-0A4E-A7EB-A9DF56062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149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B0B6-2241-9043-8BAE-98D2A1735C8E}" type="datetimeFigureOut">
              <a:rPr lang="en-US" smtClean="0"/>
              <a:t>6/22/26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963E6-8117-0A4E-A7EB-A9DF56062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63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B0B6-2241-9043-8BAE-98D2A1735C8E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963E6-8117-0A4E-A7EB-A9DF56062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999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B0B6-2241-9043-8BAE-98D2A1735C8E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963E6-8117-0A4E-A7EB-A9DF56062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627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96E5B0B6-2241-9043-8BAE-98D2A1735C8E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CE7963E6-8117-0A4E-A7EB-A9DF56062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45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CBEA5-C5C6-870C-65AF-FF9A2CE889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7200" dirty="0" err="1"/>
              <a:t>Leetcode</a:t>
            </a:r>
            <a:r>
              <a:rPr lang="en-US" sz="7200" dirty="0"/>
              <a:t> – code challenge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4FE3FD-3A6C-CF9A-0C61-1A5E5EB2BE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Aries Setiawan – </a:t>
            </a:r>
            <a:r>
              <a:rPr lang="en-US" dirty="0" err="1"/>
              <a:t>Purwadhika</a:t>
            </a:r>
            <a:r>
              <a:rPr lang="en-US" dirty="0"/>
              <a:t> Bootcamp Exercise</a:t>
            </a:r>
          </a:p>
        </p:txBody>
      </p:sp>
    </p:spTree>
    <p:extLst>
      <p:ext uri="{BB962C8B-B14F-4D97-AF65-F5344CB8AC3E}">
        <p14:creationId xmlns:p14="http://schemas.microsoft.com/office/powerpoint/2010/main" val="735604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CE375-07E6-8360-BA8C-22E839FC4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difficulty - easy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47CEE-AAF3-73AC-B83B-642C5F2881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804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AA51902-82EB-2F95-6350-57F3A7815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68" y="434897"/>
            <a:ext cx="11402959" cy="565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615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C7E31B-F60D-5A5E-5C99-2A0CC747F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22" y="198681"/>
            <a:ext cx="11684573" cy="581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496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8A8CC-DD7C-1F8D-9558-554BFE573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D8CB3FB-40E2-4B6D-312E-49F36EEBF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35" y="204579"/>
            <a:ext cx="11707793" cy="581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222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23C8C-0421-28EA-2C8D-AD031411B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4EF362-CF5C-5C83-EBCE-FEA7B768C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90" y="530843"/>
            <a:ext cx="11626102" cy="5479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720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86366-0575-B90B-3A92-506F6DD22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D5E2AD6-05D0-02F0-BFB0-964DEDD2F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362" y="365012"/>
            <a:ext cx="11614739" cy="566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549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C411B-19EE-B6F3-020A-D697BDBC5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CD92F78-7F4E-C114-109E-876BFA59F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50" y="357592"/>
            <a:ext cx="11583633" cy="5797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436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F6414-A138-9D3F-35A2-2F1118CB7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FEF134-58D6-2898-D65F-C254A848C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43" y="300935"/>
            <a:ext cx="11601363" cy="570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596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FEF62-D227-2703-5D6B-E01F471A4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831DDC-AA28-48E6-958F-CA15CE1F6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394" y="325241"/>
            <a:ext cx="11632123" cy="571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698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35B20-9238-C41C-4013-F3188E19E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CB731E3-44A0-A751-4277-DC42D6C2A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93" y="350731"/>
            <a:ext cx="11677613" cy="5783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769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40CE0-9701-6231-4D1F-C029FAF80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AF61AA-B372-58C5-B95A-1F01AD6D7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547" y="342433"/>
            <a:ext cx="11499286" cy="570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700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FDBCD-9B25-9A12-6F65-A54DA6C5E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8BBE5E-027E-71F6-E5C5-152058101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13045"/>
            <a:ext cx="11560456" cy="5719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398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E57E6-CFAB-2EBE-5859-58F9A0E03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682A0D1-E3A6-ED39-19BC-4D545B3C0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394" y="360690"/>
            <a:ext cx="11662931" cy="5727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845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BF144-7B0E-54B8-3796-9C3A2D2D5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01CE98-7536-BCCF-6625-DCAE60792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42" y="292751"/>
            <a:ext cx="11613608" cy="574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570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57056-6309-8315-E0FD-5FD979B75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52CD9-16ED-569B-CC53-F03EC5201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difficulty - medium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3E2B5A-38F9-6CD9-A52B-4C50A59FBF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311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FBF04-F0AA-74BA-CFF0-565A12997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33FB84A-B2FD-E8B7-820A-9A85B3662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547" y="386022"/>
            <a:ext cx="11584760" cy="5713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9157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44BFD-6D23-E6BF-EB24-2FD791330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CB5B3DD-651C-8F3A-F688-83BC63894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43" y="360670"/>
            <a:ext cx="11573107" cy="5750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5142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30E5A-C888-4D31-1CA6-9370752E3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359FBB-6C73-3A2B-BEB1-6D88CDA96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06" y="331316"/>
            <a:ext cx="11454437" cy="5679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5320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241A8-0D00-4E86-1AD3-D9A74C7E60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27854673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1100</TotalTime>
  <Words>17</Words>
  <Application>Microsoft Macintosh PowerPoint</Application>
  <PresentationFormat>Widescreen</PresentationFormat>
  <Paragraphs>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Calibri</vt:lpstr>
      <vt:lpstr>Rockwell</vt:lpstr>
      <vt:lpstr>Rockwell Condensed</vt:lpstr>
      <vt:lpstr>Rockwell Extra Bold</vt:lpstr>
      <vt:lpstr>Wingdings</vt:lpstr>
      <vt:lpstr>Wood Type</vt:lpstr>
      <vt:lpstr>Leetcode – code challenge</vt:lpstr>
      <vt:lpstr>difficulty - easy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difficulty - medium</vt:lpstr>
      <vt:lpstr>PowerPoint Presentation</vt:lpstr>
      <vt:lpstr>PowerPoint Presentation</vt:lpstr>
      <vt:lpstr>PowerPoint Presentation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office52480</dc:creator>
  <cp:lastModifiedBy>office52480</cp:lastModifiedBy>
  <cp:revision>1</cp:revision>
  <dcterms:created xsi:type="dcterms:W3CDTF">2026-06-22T09:18:35Z</dcterms:created>
  <dcterms:modified xsi:type="dcterms:W3CDTF">2026-06-23T03:38:53Z</dcterms:modified>
</cp:coreProperties>
</file>